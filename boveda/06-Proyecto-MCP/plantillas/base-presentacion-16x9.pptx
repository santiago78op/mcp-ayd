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aso Harley-Davidson — SiL'K">
  <a:themeElements>
    <a:clrScheme name="Caso Harley-Davidson — SiL'K">
      <a:dk1>
        <a:srgbClr val="111114"/>
      </a:dk1>
      <a:lt1>
        <a:srgbClr val="F5F5F7"/>
      </a:lt1>
      <a:dk2>
        <a:srgbClr val="4A4A4D"/>
      </a:dk2>
      <a:lt2>
        <a:srgbClr val="DEDEE0"/>
      </a:lt2>
      <a:accent1>
        <a:srgbClr val="FF8A3D"/>
      </a:accent1>
      <a:accent2>
        <a:srgbClr val="C2500F"/>
      </a:accent2>
      <a:accent3>
        <a:srgbClr val="A1A1A8"/>
      </a:accent3>
      <a:accent4>
        <a:srgbClr val="6B6B72"/>
      </a:accent4>
      <a:accent5>
        <a:srgbClr val="8A8A91"/>
      </a:accent5>
      <a:accent6>
        <a:srgbClr val="9AA0A6"/>
      </a:accent6>
      <a:hlink>
        <a:srgbClr val="0563C1"/>
      </a:hlink>
      <a:folHlink>
        <a:srgbClr val="954F72"/>
      </a:folHlink>
    </a:clrScheme>
    <a:fontScheme name="Caso Harley-Davidson — SiL'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Santiago Barrera</dc:creator>
  <cp:lastModifiedBy>Santiago Barrera</cp:lastModifiedBy>
  <cp:revision>1</cp:revision>
  <dcterms:created xsi:type="dcterms:W3CDTF">2026-10-13T01:09:24Z</dcterms:created>
  <dcterms:modified xsi:type="dcterms:W3CDTF">2026-10-13T01:09:24Z</dcterms:modified>
</cp:coreProperties>
</file>